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4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7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85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24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03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57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56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50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77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48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6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D3EF3-674A-453C-B958-72EA1B26EFEF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FCCD3-2B9A-47CC-A8F0-7B878CE7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87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34506"/>
            <a:ext cx="12192000" cy="441672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7145" y="1406108"/>
            <a:ext cx="10619117" cy="1819185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宜宾建设“国际旅游城市”的形势变化、实践探索与战略举措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34703" y="4973638"/>
            <a:ext cx="9144000" cy="521389"/>
          </a:xfrm>
        </p:spPr>
        <p:txBody>
          <a:bodyPr>
            <a:no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主讲人：许察金  教授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1634703" y="5635969"/>
            <a:ext cx="9144000" cy="521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  时     间：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2025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年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月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22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</a:rPr>
              <a:t>日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86994" y="370675"/>
            <a:ext cx="4839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经济与工商管理学院</a:t>
            </a:r>
            <a:endParaRPr lang="zh-CN" altLang="en-US" sz="4000" dirty="0">
              <a:solidFill>
                <a:srgbClr val="FFC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985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华文新魏</vt:lpstr>
      <vt:lpstr>微软雅黑</vt:lpstr>
      <vt:lpstr>Arial</vt:lpstr>
      <vt:lpstr>Times New Roman</vt:lpstr>
      <vt:lpstr>Office 主题​​</vt:lpstr>
      <vt:lpstr>宜宾建设“国际旅游城市”的形势变化、实践探索与战略举措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宜宾建设“国际旅游城市”的形势变化、实践探索与战略举措提纲</dc:title>
  <dc:creator>YBU</dc:creator>
  <cp:lastModifiedBy>YBU</cp:lastModifiedBy>
  <cp:revision>2</cp:revision>
  <dcterms:created xsi:type="dcterms:W3CDTF">2025-10-22T08:00:16Z</dcterms:created>
  <dcterms:modified xsi:type="dcterms:W3CDTF">2025-10-22T08:04:27Z</dcterms:modified>
</cp:coreProperties>
</file>